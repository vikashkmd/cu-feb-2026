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8" r:id="rId4"/>
    <p:sldId id="316" r:id="rId5"/>
    <p:sldId id="324" r:id="rId6"/>
    <p:sldId id="302" r:id="rId7"/>
    <p:sldId id="339" r:id="rId8"/>
    <p:sldId id="345" r:id="rId9"/>
    <p:sldId id="346" r:id="rId10"/>
    <p:sldId id="348" r:id="rId11"/>
    <p:sldId id="347" r:id="rId12"/>
    <p:sldId id="264" r:id="rId13"/>
    <p:sldId id="30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2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76781-998E-4D0F-B724-018BFC4C3F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4E18-F830-4DA2-94E1-5FAD70285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3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EB1F-71A8-2452-98BA-4DC3BF4A5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A1A68-83A1-0127-447C-749E211DC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D99F-1EBE-4ECF-FFD8-DC66E9F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EB4DC-3004-4672-2596-5682F289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D261B-7C64-F699-1DDC-DED2093E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61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AF72-D636-2BBA-C86A-AD7DB5245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E872B-D739-1983-9B38-5AFF04ECF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65B6A-C98F-C3DB-9D19-155AFE4A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113F3-E4D0-3274-1D2C-C37AF36E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E0B8F-94F1-9AC2-0A0D-85F92B8A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3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932F-436A-2BF2-8FF1-EC068C91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21DCB-BEA0-4E1E-A951-EBB1961F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56F59-0A3C-254B-9A8A-F09189A2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0CBE1-079F-F1BF-866A-D29B873F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2D1A-34A2-B4C3-2BD1-3D4F0D8C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14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858B-6CA6-229D-5E33-BCD7E66BD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5EF86-68FA-2F5F-85CD-306CCECB8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CB7B4-B7C0-B932-7091-58BABB678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EB4EB-DB56-328A-76F8-5C394794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4C973-1EDF-3483-5411-4C5179E5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609D-8565-8713-A7A8-D69EF3AA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10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6EC8-1C26-753D-EB07-4CB88448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F026E-0201-0696-828A-27F084273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D64B0-68AF-1E7C-18B3-215CAD93A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D490C-E4D9-F256-12A4-7E27F2F41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963C6-867B-ABDF-EC43-B05208470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B70D6-B569-1685-7A83-32E58527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52773-7783-4BF3-ABBB-0BB37846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119934-6D11-5C9E-164A-66766598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4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9874-34F3-DF29-2621-CF4EA414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395AB-10E0-32B0-EBFB-B4D8352F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3C434-594D-AA0D-6909-ED6412B4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BD241-B43D-6586-1631-5B515169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482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D5065-51B3-1232-577A-C144F582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2B3D1-8011-BAE0-BE70-CDBA1109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74251-9CC9-A0CC-86B4-AB72C53C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84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9816-A87F-45F6-8C92-BED83C17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74F9-622E-2C57-A3A2-221575A86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E26B7-E501-0B6F-87AA-007CF2690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89863-E3EE-84B5-9B3C-064E3097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50529-F35D-6A3E-115D-3ADBC738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B2F7B-E9E9-4E38-8796-4F692B3C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570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8EDD-22B6-D187-FF0D-FBE772E9F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6D02A-797C-0567-64BF-89CA6147A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A7978-CEC4-9001-B53A-898F1A83A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6F4AE-0CA8-8057-06EF-8DD22AA6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0CCFB-FB57-4E8F-A57C-2619EC6B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EF646-C0DE-399F-62D6-92FC7458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2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C9C5-EB48-675A-9AEE-DE31019A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C29A9-30A1-1EE9-E3D3-067CBD1A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0F71A-EFDA-4ABF-095B-1F0F0010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3CB6-EB4B-7140-4B92-2F7D7A14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BBAE-CC24-F999-4431-AB68CA77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38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F33B3-993F-4E2F-2913-E26D9443E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7386D-7AF1-8A52-7340-FBA5299B3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8BEB0-945B-7D97-2095-1B5016F11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BD30B-576B-DC28-5E89-4B25B8F8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10453-1A72-22DE-3427-F79BE14D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247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6684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8824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986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173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278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673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6116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89543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5235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139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29AA7-6043-98EB-D45E-D9CA5DD5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E11C0-E142-DD33-C638-D684CD74A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FCE79-BFBF-1E93-29FC-32F0FBB0D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FA773-8A1A-40A0-9911-3A9CF6AC30D4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8271-BB7D-C650-4FC1-A49437C77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E1836-2BB7-7BED-D5DF-08E1801B1D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B684C-7E18-4B42-A649-1BF594D64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15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95140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apps.apple.com/us/app/cu-online-learner-app/id6743615826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play.google.com/store/apps/details?id=in.cuonlineedu.lm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vikashsingh29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99B53D-B1E6-2F32-5BBC-A4B58B50DE09}"/>
              </a:ext>
            </a:extLst>
          </p:cNvPr>
          <p:cNvSpPr txBox="1"/>
          <p:nvPr/>
        </p:nvSpPr>
        <p:spPr>
          <a:xfrm>
            <a:off x="416264" y="2599003"/>
            <a:ext cx="25967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0"/>
              </a:rPr>
              <a:t>Session Name: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264257-E5AD-2100-ECB7-4149A5694575}"/>
              </a:ext>
            </a:extLst>
          </p:cNvPr>
          <p:cNvSpPr txBox="1"/>
          <p:nvPr/>
        </p:nvSpPr>
        <p:spPr>
          <a:xfrm>
            <a:off x="416264" y="2999113"/>
            <a:ext cx="64090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Statistical Analysis with Python</a:t>
            </a:r>
          </a:p>
          <a:p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  <a:latin typeface="Avenir Next LT Pro" panose="020B0504020202020204" pitchFamily="34" charset="0"/>
            </a:endParaRPr>
          </a:p>
          <a:p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0"/>
              </a:rPr>
              <a:t>Delivered By: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0"/>
              </a:rPr>
              <a:t> </a:t>
            </a:r>
          </a:p>
          <a:p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venir Next LT Pro" panose="020B0504020202020204" pitchFamily="34" charset="0"/>
              </a:rPr>
              <a:t>Vikash Singh</a:t>
            </a:r>
          </a:p>
        </p:txBody>
      </p:sp>
    </p:spTree>
    <p:extLst>
      <p:ext uri="{BB962C8B-B14F-4D97-AF65-F5344CB8AC3E}">
        <p14:creationId xmlns:p14="http://schemas.microsoft.com/office/powerpoint/2010/main" val="225547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9D5218-3421-5F77-435B-F9D4C001A41D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B9D2B-192A-D808-8CEC-86C00946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1BE1D8-7C1A-DF7F-26D9-49CA1725A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833" y="2939143"/>
            <a:ext cx="9748738" cy="2939143"/>
          </a:xfrm>
        </p:spPr>
        <p:txBody>
          <a:bodyPr/>
          <a:lstStyle/>
          <a:p>
            <a:r>
              <a:rPr dirty="0"/>
              <a:t>Understand analysis pipeline</a:t>
            </a:r>
          </a:p>
          <a:p>
            <a:r>
              <a:rPr dirty="0"/>
              <a:t>Descriptive stats, hypothesis testing, visualization</a:t>
            </a:r>
          </a:p>
          <a:p>
            <a:r>
              <a:rPr dirty="0"/>
              <a:t>Python tools: Pandas, Seaborn, </a:t>
            </a:r>
            <a:r>
              <a:rPr dirty="0" err="1"/>
              <a:t>Scipy</a:t>
            </a:r>
            <a:endParaRPr dirty="0"/>
          </a:p>
          <a:p>
            <a:r>
              <a:rPr dirty="0"/>
              <a:t>MCQs, Quizzes, Activities</a:t>
            </a:r>
            <a:endParaRPr lang="en-US" dirty="0"/>
          </a:p>
          <a:p>
            <a:r>
              <a:rPr lang="en-US" dirty="0"/>
              <a:t>Python Code for the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961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864833" y="2134159"/>
            <a:ext cx="8074981" cy="57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212B"/>
              </a:buClr>
              <a:buSzPts val="2800"/>
              <a:buFont typeface="Avenir"/>
              <a:buNone/>
            </a:pPr>
            <a:r>
              <a:rPr lang="en-US" sz="2800" b="1">
                <a:solidFill>
                  <a:srgbClr val="D9212B"/>
                </a:solidFill>
              </a:rPr>
              <a:t>CU ONLINE LMS APP </a:t>
            </a:r>
            <a:endParaRPr sz="2800" b="1">
              <a:solidFill>
                <a:srgbClr val="D9212B"/>
              </a:solidFill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958788" y="2705507"/>
            <a:ext cx="593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380990" marR="0" lvl="0" indent="-2666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083076" y="4321242"/>
            <a:ext cx="312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61725" y="1251275"/>
            <a:ext cx="5450400" cy="3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For Android Users: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Open the Google Play Store on your device and search for "</a:t>
            </a: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CU Online LMS App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".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Tap the app from the search results and select Install.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Once installed, tap Open or locate the app on your home screen.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Log in using your LMS credentials.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👉 Download Now: </a:t>
            </a:r>
            <a:r>
              <a:rPr kumimoji="0" lang="en-US" sz="1500" b="1" i="0" u="sng" strike="noStrike" kern="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  <a:hlinkClick r:id="rId4"/>
              </a:rPr>
              <a:t>Playstore Link 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8800" y="4321250"/>
            <a:ext cx="4226799" cy="22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6388775" y="1251275"/>
            <a:ext cx="4812600" cy="31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For IOS Users: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Open the Apple Play Store on your device and search for "</a:t>
            </a: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CU Online LMS App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".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Tap the app from the search results and select Install.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AutoNum type="arabicPeriod"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Once installed, tap Open or locate the app on your home screen.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Log in using your LMS credentials.</a:t>
            </a: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👉 Download Now: </a:t>
            </a:r>
            <a:r>
              <a:rPr kumimoji="0" lang="en-US" sz="1500" b="1" i="0" u="sng" strike="noStrike" kern="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  <a:hlinkClick r:id="rId6"/>
              </a:rPr>
              <a:t>App Store Link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7500" y="4463450"/>
            <a:ext cx="4226800" cy="21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788CA-245A-43BC-6BF0-B9D8B03D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B9366-5DBE-113B-CF20-ABF449616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End-to-End Data Analysis?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2201CB5-63D8-F4EC-1443-A21C7C01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210800" cy="4525963"/>
          </a:xfrm>
        </p:spPr>
        <p:txBody>
          <a:bodyPr/>
          <a:lstStyle/>
          <a:p>
            <a:r>
              <a:rPr dirty="0"/>
              <a:t>Start from raw data</a:t>
            </a:r>
          </a:p>
          <a:p>
            <a:r>
              <a:rPr dirty="0"/>
              <a:t>Clean, explore, analyze, visualize</a:t>
            </a:r>
          </a:p>
          <a:p>
            <a:r>
              <a:rPr dirty="0"/>
              <a:t>Draw business/research conclusions</a:t>
            </a:r>
          </a:p>
        </p:txBody>
      </p:sp>
    </p:spTree>
    <p:extLst>
      <p:ext uri="{BB962C8B-B14F-4D97-AF65-F5344CB8AC3E}">
        <p14:creationId xmlns:p14="http://schemas.microsoft.com/office/powerpoint/2010/main" val="181154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3CB8C-3DD7-B7DF-96C1-42DEFF9D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4C2BE7B-9D25-769D-7541-309512F5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Analysis Pipeline Overview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3B95A-349F-86B4-DFAC-224D89036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30" y="1240346"/>
            <a:ext cx="10412762" cy="523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1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E6853-27D0-64BA-FDF7-4587857B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4651-1073-E95C-24A8-489B584F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299946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Python notebook analysis</a:t>
            </a:r>
          </a:p>
        </p:txBody>
      </p:sp>
    </p:spTree>
    <p:extLst>
      <p:ext uri="{BB962C8B-B14F-4D97-AF65-F5344CB8AC3E}">
        <p14:creationId xmlns:p14="http://schemas.microsoft.com/office/powerpoint/2010/main" val="67475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1FE60-4CB8-B24B-D028-A0D4F8D3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377ADB-E27B-E9F5-3E7C-7F0D4D6C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10464-E132-0068-A910-804029248113}"/>
              </a:ext>
            </a:extLst>
          </p:cNvPr>
          <p:cNvSpPr txBox="1"/>
          <p:nvPr/>
        </p:nvSpPr>
        <p:spPr>
          <a:xfrm>
            <a:off x="308077" y="1216720"/>
            <a:ext cx="112198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What does </a:t>
            </a:r>
            <a:r>
              <a:rPr lang="en-US" sz="2800" b="1" dirty="0"/>
              <a:t>`.describe()` </a:t>
            </a:r>
            <a:r>
              <a:rPr lang="en-US" sz="2800" dirty="0"/>
              <a:t>function in pandas return?</a:t>
            </a:r>
          </a:p>
          <a:p>
            <a:r>
              <a:rPr lang="en-US" sz="2800" dirty="0"/>
              <a:t>A) Only column names</a:t>
            </a:r>
            <a:br>
              <a:rPr lang="en-US" sz="2800" dirty="0"/>
            </a:br>
            <a:r>
              <a:rPr lang="en-US" sz="2800" dirty="0"/>
              <a:t>B) Only missing values</a:t>
            </a:r>
            <a:br>
              <a:rPr lang="en-US" sz="2800" dirty="0"/>
            </a:br>
            <a:r>
              <a:rPr lang="en-US" sz="2800" dirty="0"/>
              <a:t>C) Summary statistics like mean, std, min, max </a:t>
            </a:r>
            <a:br>
              <a:rPr lang="en-US" sz="2800" dirty="0"/>
            </a:br>
            <a:r>
              <a:rPr lang="en-US" sz="2800" dirty="0"/>
              <a:t>D) Data types</a:t>
            </a:r>
          </a:p>
          <a:p>
            <a:pPr marL="514350" indent="-514350">
              <a:buAutoNum type="alphaUcParenR"/>
            </a:pPr>
            <a:endParaRPr lang="en-US" sz="2800" dirty="0"/>
          </a:p>
          <a:p>
            <a:pPr>
              <a:buNone/>
            </a:pPr>
            <a:r>
              <a:rPr lang="en-US" sz="2800" dirty="0"/>
              <a:t>2. </a:t>
            </a:r>
            <a:r>
              <a:rPr lang="en-US" sz="2800" b="1" dirty="0"/>
              <a:t>Which Python library is typically used for hypothesis testing?</a:t>
            </a:r>
            <a:endParaRPr lang="en-US" sz="2800" dirty="0"/>
          </a:p>
          <a:p>
            <a:r>
              <a:rPr lang="en-US" sz="2800" dirty="0"/>
              <a:t>A) Pandas</a:t>
            </a:r>
            <a:br>
              <a:rPr lang="en-US" sz="2800" dirty="0"/>
            </a:br>
            <a:r>
              <a:rPr lang="en-US" sz="2800" dirty="0"/>
              <a:t>B) Seaborn</a:t>
            </a:r>
            <a:br>
              <a:rPr lang="en-US" sz="2800" dirty="0"/>
            </a:br>
            <a:r>
              <a:rPr lang="en-US" sz="2800" dirty="0"/>
              <a:t>C) Matplotlib</a:t>
            </a:r>
            <a:br>
              <a:rPr lang="en-US" sz="2800" dirty="0"/>
            </a:br>
            <a:r>
              <a:rPr lang="en-US" sz="2800" dirty="0"/>
              <a:t>D) </a:t>
            </a:r>
            <a:r>
              <a:rPr lang="en-US" sz="2800" dirty="0" err="1"/>
              <a:t>Scipy</a:t>
            </a:r>
            <a:r>
              <a:rPr lang="en-US" sz="2800" dirty="0"/>
              <a:t>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723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BF1FC-8703-7CEE-8B5E-798F2BF2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C2ACFCD-565C-CA18-AA8E-2492471A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66C1B-13CE-EA42-F39F-5A0DF49664CC}"/>
              </a:ext>
            </a:extLst>
          </p:cNvPr>
          <p:cNvSpPr txBox="1"/>
          <p:nvPr/>
        </p:nvSpPr>
        <p:spPr>
          <a:xfrm>
            <a:off x="308077" y="1216720"/>
            <a:ext cx="112198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does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`.describe()`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in pandas return?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Only column names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Only missing values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Summary statistics like mean, std, min, max ✅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Data types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arenR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Python library is typically used for hypothesis testing?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Pandas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Seaborn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Matplotlib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Scipy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42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2D34-D24C-AB67-1D8A-199E32EB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C23457-E75C-B916-6210-1C52EF01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14DCAB-6779-0511-CCB3-35C6D28907D2}"/>
              </a:ext>
            </a:extLst>
          </p:cNvPr>
          <p:cNvSpPr txBox="1"/>
          <p:nvPr/>
        </p:nvSpPr>
        <p:spPr>
          <a:xfrm>
            <a:off x="308077" y="1216720"/>
            <a:ext cx="112198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If the p-value is less than 0.05 in a t-test, what should we do?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Accept the null hypothesis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Fail to reject the null hypothesis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Reject the null hypothesis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Increase the sample size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Which visualization is best to detect outliers?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Line plot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Histogram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Boxplot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 Bar chart</a:t>
            </a:r>
          </a:p>
        </p:txBody>
      </p:sp>
    </p:spTree>
    <p:extLst>
      <p:ext uri="{BB962C8B-B14F-4D97-AF65-F5344CB8AC3E}">
        <p14:creationId xmlns:p14="http://schemas.microsoft.com/office/powerpoint/2010/main" val="349064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EBC0-3BB5-64BE-647A-CB6AE430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93AA7B-FE6B-C050-5B03-776EC855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CF8B7-38EE-1807-901C-C7732EC18D0C}"/>
              </a:ext>
            </a:extLst>
          </p:cNvPr>
          <p:cNvSpPr txBox="1"/>
          <p:nvPr/>
        </p:nvSpPr>
        <p:spPr>
          <a:xfrm>
            <a:off x="308077" y="1216720"/>
            <a:ext cx="112198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3. If the p-value is less than 0.05 in a t-test, what should we do?</a:t>
            </a:r>
          </a:p>
          <a:p>
            <a:r>
              <a:rPr lang="en-US" sz="2800" dirty="0"/>
              <a:t>A) Accept the null hypothesis</a:t>
            </a:r>
            <a:br>
              <a:rPr lang="en-US" sz="2800" dirty="0"/>
            </a:br>
            <a:r>
              <a:rPr lang="en-US" sz="2800" dirty="0"/>
              <a:t>B) Fail to reject the null hypothesis</a:t>
            </a:r>
            <a:br>
              <a:rPr lang="en-US" sz="2800" dirty="0"/>
            </a:br>
            <a:r>
              <a:rPr lang="en-US" sz="2800" dirty="0"/>
              <a:t>C) Reject the null hypothesis ✅</a:t>
            </a:r>
            <a:br>
              <a:rPr lang="en-US" sz="2800" dirty="0"/>
            </a:br>
            <a:r>
              <a:rPr lang="en-US" sz="2800" dirty="0"/>
              <a:t>D) Increase the sample size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b="1" dirty="0"/>
              <a:t>4. Which visualization is best to detect outliers?</a:t>
            </a:r>
          </a:p>
          <a:p>
            <a:r>
              <a:rPr lang="en-US" sz="2800" dirty="0"/>
              <a:t>A) Line plot</a:t>
            </a:r>
            <a:br>
              <a:rPr lang="en-US" sz="2800" dirty="0"/>
            </a:br>
            <a:r>
              <a:rPr lang="en-US" sz="2800" dirty="0"/>
              <a:t>B) Histogram</a:t>
            </a:r>
            <a:br>
              <a:rPr lang="en-US" sz="2800" dirty="0"/>
            </a:br>
            <a:r>
              <a:rPr lang="en-US" sz="2800" dirty="0"/>
              <a:t>C) Boxplot ✅</a:t>
            </a:r>
            <a:br>
              <a:rPr lang="en-US" sz="2800" dirty="0"/>
            </a:br>
            <a:r>
              <a:rPr lang="en-US" sz="2800" dirty="0"/>
              <a:t>D) Bar chart</a:t>
            </a:r>
          </a:p>
        </p:txBody>
      </p:sp>
    </p:spTree>
    <p:extLst>
      <p:ext uri="{BB962C8B-B14F-4D97-AF65-F5344CB8AC3E}">
        <p14:creationId xmlns:p14="http://schemas.microsoft.com/office/powerpoint/2010/main" val="200397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CB9D2B-192A-D808-8CEC-86C00946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Session Summary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05919-3AF6-B760-B86D-8BAA77B6B995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venir Next LT Pro" panose="020B0504020202020204" pitchFamily="34" charset="0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0D4BCF-E757-AE2F-EDD0-1877B732D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833" y="2939143"/>
            <a:ext cx="9748738" cy="2939143"/>
          </a:xfrm>
        </p:spPr>
        <p:txBody>
          <a:bodyPr/>
          <a:lstStyle/>
          <a:p>
            <a:r>
              <a:rPr dirty="0"/>
              <a:t>Understand analysis pipeline</a:t>
            </a:r>
          </a:p>
          <a:p>
            <a:r>
              <a:rPr dirty="0"/>
              <a:t>Descriptive stats, hypothesis testing, visualization</a:t>
            </a:r>
          </a:p>
          <a:p>
            <a:r>
              <a:rPr dirty="0"/>
              <a:t>Python tools: Pandas, Seaborn, </a:t>
            </a:r>
            <a:r>
              <a:rPr dirty="0" err="1"/>
              <a:t>Scipy</a:t>
            </a:r>
            <a:endParaRPr dirty="0"/>
          </a:p>
          <a:p>
            <a:r>
              <a:rPr dirty="0"/>
              <a:t>MCQs, Quizzes, Activities</a:t>
            </a:r>
            <a:endParaRPr lang="en-US" dirty="0"/>
          </a:p>
          <a:p>
            <a:r>
              <a:rPr lang="en-US" dirty="0"/>
              <a:t>Python Code for the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8129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EE318-5712-CB84-1B76-A5CD5428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5CFC279-7032-310F-5CA8-0FDF0DFC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17297"/>
            <a:ext cx="10515600" cy="68869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0E3D1EA-2807-B57A-E374-D7188489E43C}"/>
              </a:ext>
            </a:extLst>
          </p:cNvPr>
          <p:cNvSpPr txBox="1">
            <a:spLocks/>
          </p:cNvSpPr>
          <p:nvPr/>
        </p:nvSpPr>
        <p:spPr>
          <a:xfrm>
            <a:off x="622299" y="1160003"/>
            <a:ext cx="11068957" cy="5480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Connect on:</a:t>
            </a:r>
          </a:p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https://www.linkedin.com/in/vikashsingh29/</a:t>
            </a:r>
            <a:endParaRPr lang="en-US" dirty="0"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Aft>
                <a:spcPts val="1000"/>
              </a:spcAft>
              <a:buNone/>
            </a:pPr>
            <a:endParaRPr lang="en-US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21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BE347C-FCA7-505C-5EB0-5FE4A7D43072}"/>
              </a:ext>
            </a:extLst>
          </p:cNvPr>
          <p:cNvSpPr txBox="1"/>
          <p:nvPr/>
        </p:nvSpPr>
        <p:spPr>
          <a:xfrm>
            <a:off x="644026" y="4808985"/>
            <a:ext cx="5771764" cy="8722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+mj-cs"/>
              </a:rPr>
              <a:t>Happy Learning!</a:t>
            </a:r>
          </a:p>
        </p:txBody>
      </p:sp>
    </p:spTree>
    <p:extLst>
      <p:ext uri="{BB962C8B-B14F-4D97-AF65-F5344CB8AC3E}">
        <p14:creationId xmlns:p14="http://schemas.microsoft.com/office/powerpoint/2010/main" val="256747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3657</TotalTime>
  <Words>552</Words>
  <Application>Microsoft Office PowerPoint</Application>
  <PresentationFormat>Widescreen</PresentationFormat>
  <Paragraphs>67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Avenir</vt:lpstr>
      <vt:lpstr>Avenir Next LT Pro</vt:lpstr>
      <vt:lpstr>Calibri</vt:lpstr>
      <vt:lpstr>Calibri Light</vt:lpstr>
      <vt:lpstr>Cambria Math</vt:lpstr>
      <vt:lpstr>Office Theme</vt:lpstr>
      <vt:lpstr>1_Office Theme</vt:lpstr>
      <vt:lpstr>PowerPoint Presentation</vt:lpstr>
      <vt:lpstr>Learning Objectives</vt:lpstr>
      <vt:lpstr>CU ONLINE LMS APP </vt:lpstr>
      <vt:lpstr>What is End-to-End Data Analysis?</vt:lpstr>
      <vt:lpstr>Analysis Pipeline Overview</vt:lpstr>
      <vt:lpstr>Python notebook analysis</vt:lpstr>
      <vt:lpstr>MCQ</vt:lpstr>
      <vt:lpstr>MCQ</vt:lpstr>
      <vt:lpstr>MCQ</vt:lpstr>
      <vt:lpstr>MCQ</vt:lpstr>
      <vt:lpstr>Session Summary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Yawalkar</dc:creator>
  <cp:lastModifiedBy>Vikash Singh</cp:lastModifiedBy>
  <cp:revision>175</cp:revision>
  <dcterms:created xsi:type="dcterms:W3CDTF">2024-09-27T05:18:16Z</dcterms:created>
  <dcterms:modified xsi:type="dcterms:W3CDTF">2026-05-03T05:32:39Z</dcterms:modified>
</cp:coreProperties>
</file>